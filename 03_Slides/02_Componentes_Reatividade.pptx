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Componentes e Reatividade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t>Programação Web II | ETEC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2860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</a:defRPr>
              <a:buChar char="•"/>
            </a:pPr>
            <a:r>
              <a:t>O que são componentes?</a:t>
            </a:r>
          </a:p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</a:defRPr>
              <a:buChar char="•"/>
            </a:pPr>
            <a:r>
              <a:t>Componentes funcionais</a:t>
            </a:r>
          </a:p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</a:defRPr>
              <a:buChar char="•"/>
            </a:pPr>
            <a:r>
              <a:t>Props: passando dados entre componentes</a:t>
            </a:r>
          </a:p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</a:defRPr>
              <a:buChar char="•"/>
            </a:pPr>
            <a:r>
              <a:t>Composição de componentes</a:t>
            </a:r>
          </a:p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</a:defRPr>
              <a:buChar char="•"/>
            </a:pPr>
            <a:r>
              <a:t>Reatividade e useState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Criando Componentes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</a:defRPr>
              <a:buChar char="•"/>
            </a:pPr>
            <a:r>
              <a:t>Componente = função que retorna JSX</a:t>
            </a:r>
          </a:p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</a:defRPr>
              <a:buChar char="•"/>
            </a:pPr>
            <a:r>
              <a:t>Todo componente deve ter nome iniciando com maiúscula</a:t>
            </a:r>
          </a:p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</a:defRPr>
              <a:buChar char="•"/>
            </a:pPr>
            <a:r>
              <a:t>JSX permite escrever HTML dentro do JavaScript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2004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1E1E1E"/>
                </a:solidFill>
                <a:latin typeface="Consolas"/>
              </a:defRPr>
            </a:pPr>
            <a:r>
              <a:t>function Saudacao({ nome }) {</a:t>
            </a:r>
          </a:p>
          <a:p>
            <a:pPr>
              <a:spcAft>
                <a:spcPts val="200"/>
              </a:spcAft>
              <a:defRPr sz="1400">
                <a:solidFill>
                  <a:srgbClr val="1E1E1E"/>
                </a:solidFill>
                <a:latin typeface="Consolas"/>
              </a:defRPr>
            </a:pPr>
            <a:r>
              <a:t>  return &lt;h1&gt;Olá, {nome}!&lt;/h1&gt;;</a:t>
            </a:r>
          </a:p>
          <a:p>
            <a:pPr>
              <a:spcAft>
                <a:spcPts val="200"/>
              </a:spcAft>
              <a:defRPr sz="1400">
                <a:solidFill>
                  <a:srgbClr val="1E1E1E"/>
                </a:solidFill>
                <a:latin typeface="Consolas"/>
              </a:defRPr>
            </a:pPr>
            <a:r>
              <a:t>}</a:t>
            </a:r>
          </a:p>
          <a:p>
            <a:pPr>
              <a:spcAft>
                <a:spcPts val="200"/>
              </a:spcAft>
              <a:defRPr sz="1400">
                <a:solidFill>
                  <a:srgbClr val="1E1E1E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1E1E1E"/>
                </a:solidFill>
                <a:latin typeface="Consolas"/>
              </a:defRPr>
            </a:pPr>
            <a:r>
              <a:t>function App() {</a:t>
            </a:r>
          </a:p>
          <a:p>
            <a:pPr>
              <a:spcAft>
                <a:spcPts val="200"/>
              </a:spcAft>
              <a:defRPr sz="1400">
                <a:solidFill>
                  <a:srgbClr val="1E1E1E"/>
                </a:solidFill>
                <a:latin typeface="Consolas"/>
              </a:defRPr>
            </a:pPr>
            <a:r>
              <a:t>  return &lt;Saudacao nome="Maria" /&gt;;</a:t>
            </a:r>
          </a:p>
          <a:p>
            <a:pPr>
              <a:spcAft>
                <a:spcPts val="200"/>
              </a:spcAft>
              <a:defRPr sz="1400">
                <a:solidFill>
                  <a:srgbClr val="1E1E1E"/>
                </a:solidFill>
                <a:latin typeface="Consolas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Props (Propriedades)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</a:defRPr>
              <a:buChar char="•"/>
            </a:pPr>
            <a:r>
              <a:t>Dados passados do componente pai para o filho</a:t>
            </a:r>
          </a:p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</a:defRPr>
              <a:buChar char="•"/>
            </a:pPr>
            <a:r>
              <a:t>São somente leitura (imutáveis)</a:t>
            </a:r>
          </a:p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</a:defRPr>
              <a:buChar char="•"/>
            </a:pPr>
            <a:r>
              <a:t>Permitem personalizar componentes</a:t>
            </a:r>
          </a:p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</a:defRPr>
              <a:buChar char="•"/>
            </a:pPr>
            <a:r>
              <a:t>Podem ser de qualquer tipo: string, number, objeto, função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useState e Reatividade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</a:defRPr>
              <a:buChar char="•"/>
            </a:pPr>
            <a:r>
              <a:t>useState: hook que adiciona estado ao componente</a:t>
            </a:r>
          </a:p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</a:defRPr>
              <a:buChar char="•"/>
            </a:pPr>
            <a:r>
              <a:t>Retorna [valor, funcaoAtualizadora]</a:t>
            </a:r>
          </a:p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</a:defRPr>
              <a:buChar char="•"/>
            </a:pPr>
            <a:r>
              <a:t>Ao atualizar o estado, o componente re-renderiza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2004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1E1E1E"/>
                </a:solidFill>
                <a:latin typeface="Consolas"/>
              </a:defRPr>
            </a:pPr>
            <a:r>
              <a:t>const [contador, setContador] = useState(0);</a:t>
            </a:r>
          </a:p>
          <a:p>
            <a:pPr>
              <a:spcAft>
                <a:spcPts val="200"/>
              </a:spcAft>
              <a:defRPr sz="1400">
                <a:solidFill>
                  <a:srgbClr val="1E1E1E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1E1E1E"/>
                </a:solidFill>
                <a:latin typeface="Consolas"/>
              </a:defRPr>
            </a:pPr>
            <a:r>
              <a:t>function incrementar() {</a:t>
            </a:r>
          </a:p>
          <a:p>
            <a:pPr>
              <a:spcAft>
                <a:spcPts val="200"/>
              </a:spcAft>
              <a:defRPr sz="1400">
                <a:solidFill>
                  <a:srgbClr val="1E1E1E"/>
                </a:solidFill>
                <a:latin typeface="Consolas"/>
              </a:defRPr>
            </a:pPr>
            <a:r>
              <a:t>  setContador(contador + 1);</a:t>
            </a:r>
          </a:p>
          <a:p>
            <a:pPr>
              <a:spcAft>
                <a:spcPts val="200"/>
              </a:spcAft>
              <a:defRPr sz="1400">
                <a:solidFill>
                  <a:srgbClr val="1E1E1E"/>
                </a:solidFill>
                <a:latin typeface="Consolas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Composição de Componentes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</a:defRPr>
              <a:buChar char="•"/>
            </a:pPr>
            <a:r>
              <a:t>Combinar componentes pequenos para formar interfaces complexas</a:t>
            </a:r>
          </a:p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</a:defRPr>
              <a:buChar char="•"/>
            </a:pPr>
            <a:r>
              <a:t>Cada componente com uma única responsabilidade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2004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1E1E1E"/>
                </a:solidFill>
                <a:latin typeface="Consolas"/>
              </a:defRPr>
            </a:pPr>
            <a:r>
              <a:t>function Cabecalho() { return &lt;header&gt;...&lt;/header&gt;; }</a:t>
            </a:r>
          </a:p>
          <a:p>
            <a:pPr>
              <a:spcAft>
                <a:spcPts val="200"/>
              </a:spcAft>
              <a:defRPr sz="1400">
                <a:solidFill>
                  <a:srgbClr val="1E1E1E"/>
                </a:solidFill>
                <a:latin typeface="Consolas"/>
              </a:defRPr>
            </a:pPr>
            <a:r>
              <a:t>function Conteudo() { return &lt;main&gt;...&lt;/main&gt;; }</a:t>
            </a:r>
          </a:p>
          <a:p>
            <a:pPr>
              <a:spcAft>
                <a:spcPts val="200"/>
              </a:spcAft>
              <a:defRPr sz="1400">
                <a:solidFill>
                  <a:srgbClr val="1E1E1E"/>
                </a:solidFill>
                <a:latin typeface="Consolas"/>
              </a:defRPr>
            </a:pPr>
            <a:r>
              <a:t>function Rodape() { return &lt;footer&gt;...&lt;/footer&gt;; }</a:t>
            </a:r>
          </a:p>
          <a:p>
            <a:pPr>
              <a:spcAft>
                <a:spcPts val="200"/>
              </a:spcAft>
              <a:defRPr sz="1400">
                <a:solidFill>
                  <a:srgbClr val="1E1E1E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1E1E1E"/>
                </a:solidFill>
                <a:latin typeface="Consolas"/>
              </a:defRPr>
            </a:pPr>
            <a:r>
              <a:t>function Pagina() {</a:t>
            </a:r>
          </a:p>
          <a:p>
            <a:pPr>
              <a:spcAft>
                <a:spcPts val="200"/>
              </a:spcAft>
              <a:defRPr sz="1400">
                <a:solidFill>
                  <a:srgbClr val="1E1E1E"/>
                </a:solidFill>
                <a:latin typeface="Consolas"/>
              </a:defRPr>
            </a:pPr>
            <a:r>
              <a:t>  return (</a:t>
            </a:r>
          </a:p>
          <a:p>
            <a:pPr>
              <a:spcAft>
                <a:spcPts val="200"/>
              </a:spcAft>
              <a:defRPr sz="1400">
                <a:solidFill>
                  <a:srgbClr val="1E1E1E"/>
                </a:solidFill>
                <a:latin typeface="Consolas"/>
              </a:defRPr>
            </a:pPr>
            <a:r>
              <a:t>    &lt;div&gt;&lt;Cabecalho /&gt;&lt;Conteudo /&gt;&lt;Rodape /&gt;&lt;/div&gt;</a:t>
            </a:r>
          </a:p>
          <a:p>
            <a:pPr>
              <a:spcAft>
                <a:spcPts val="200"/>
              </a:spcAft>
              <a:defRPr sz="1400">
                <a:solidFill>
                  <a:srgbClr val="1E1E1E"/>
                </a:solidFill>
                <a:latin typeface="Consolas"/>
              </a:defRPr>
            </a:pPr>
            <a:r>
              <a:t>  );</a:t>
            </a:r>
          </a:p>
          <a:p>
            <a:pPr>
              <a:spcAft>
                <a:spcPts val="200"/>
              </a:spcAft>
              <a:defRPr sz="1400">
                <a:solidFill>
                  <a:srgbClr val="1E1E1E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Slides 3-4: Componentes e Reatividade | Programação Web II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
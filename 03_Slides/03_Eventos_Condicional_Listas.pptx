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Eventos, Renderização Condicional e Listas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Manipulação de eventos em React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Eventos de formulário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Renderização condicional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Renderização de listas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A prop key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Eventos em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Nomes em camelCase: onClick, onChange, onSubmit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Passar função como manipulador, não string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Evento sintético: wrapper cross-browser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&lt;button onClick={() =&gt; alert("Clicou!")}&gt;Clique&lt;/button&gt;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&lt;input onChange={(e) =&gt; setValor(e.target.value)} /&gt;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&lt;form onSubmit={handleSubmit}&gt;...&lt;/form&gt;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Renderização Condicional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Operador &amp;&amp;: exibe ou oculta elemento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Operador ternário: escolhe entre dois elementos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if/else: retorna diferentes JSX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{logado &amp;&amp; &lt;p&gt;Bem-vindo!&lt;/p&gt;}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{logado ? &lt;Sair /&gt; : &lt;Entrar /&gt;}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if (!usuario) return &lt;p&gt;Carregando...&lt;/p&gt;;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Renderização de Listas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Usar map() para transformar arrays em JSX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Sempre fornecer key única para cada item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Evitar usar índice como key em listas dinâmicas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const itens = [{id:1, texto:"A"}, {id:2, texto:"B"}];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return (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&lt;ul&gt;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{itens.map(item =&gt; (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  &lt;li key={item.id}&gt;{item.texto}&lt;/li&gt;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))}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&lt;/ul&gt;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5-6: Eventos, Condicional e Listas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
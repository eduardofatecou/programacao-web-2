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Estado e Gerenciamento de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Programação Web II | ETEC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Estado local com useState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Trabalhando com objetos e arrays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Elevação de estado (Lifting State Up)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Efeitos colaterais com useEffect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Consumo de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useState Avançado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Estado com objetos: sempre copiar o objeto anterior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Estado com arrays: usar spread operator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Imutabilidade: nunca modificar o estado diretamente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// Correto: criar novo objeto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setUsuario({ ...usuario, nome: "Maria" });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// Correto: criar novo array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setTarefas([...tarefas, novaTarefa]);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Elevação de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Quando dois componentes precisam do mesmo estado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Elevar o estado ao ancestral comum mais próximo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Passar estado e funções via props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useEffect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Executa efeitos colaterais: chamadas API, timers, subscriptions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Segundo parâmetro: array de dependências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[] = executa apenas na montagem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Retorno = função de limpeza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useEffect(() =&gt;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fetch("/api/dados")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.then(r =&gt; r.json())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.then(d =&gt; setDados(d));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}, []); // Montagem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Slides 9-10: Estado e Gerenciamento | Programação Web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
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Introdução aos Frameworks Front-End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Programação Web II | ETEC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O que são frameworks front-end?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Renderização no lado do cliente vs. servidor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Principais frameworks: React, Angular, Vue.js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Configuração do ambiente: Node.js, npm, Vite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Criando o primeiro projeto React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Renderização no Lado do Cliente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O navegador recebe HTML mínimo com &lt;div id="root"&gt;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JavaScript constrói a interface dinamicamente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Vantagens: navegação fluida, menos carga no servidor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Desvantagens: maior tempo de carregamento inicial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Virtual DOM: representação em memória do DOM real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Configuração do Ambiente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Node.js: ambiente de execução JavaScript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npm: gerenciador de pacotes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Vite: ferramenta de build rápida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Comandos iniciais: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npm create vite@latest meu-app -- --template react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cd meu-app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npm install</a:t>
            </a:r>
          </a:p>
          <a:p>
            <a:pPr>
              <a:spcAft>
                <a:spcPts val="200"/>
              </a:spcAft>
              <a:defRPr sz="1400">
                <a:solidFill>
                  <a:srgbClr val="1E1E1E"/>
                </a:solidFill>
                <a:latin typeface="Consolas"/>
              </a:defRPr>
            </a:pPr>
            <a:r>
              <a:t>npm run dev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Estrutura de um Projeto React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src/App.jsx -&gt; componente principal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src/main.jsx -&gt; ponto de entrada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index.html -&gt; HTML base com &lt;div id="root"&gt;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package.json -&gt; dependências e scripts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  <a:buChar char="•"/>
            </a:pPr>
            <a:r>
              <a:t>vite.config.js -&gt; configuração do Vite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Slides 1-2: Introdução aos Frameworks Front-End | Programação Web 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
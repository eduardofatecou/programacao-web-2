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SPAs, Rotas e Navegação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Programação Web II | ETEC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O que são Single Page Applications (SPAs)?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React Router DOM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Configuração de rotas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Navegação entre páginas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Parâmetros de URL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React Router 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npm install react-router-dom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BrowserRouter: gerencia histórico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Routes/Route: define URL e componente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Link: navega sem recarregar a página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&lt;BrowserRouter&gt;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&lt;Link to="/"&gt;Home&lt;/Link&gt;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&lt;Routes&gt;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  &lt;Route path="/" element={&lt;Home /&gt;} /&gt;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  &lt;Route path="/sobre" element={&lt;Sobre /&gt;} /&gt;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&lt;/Routes&gt;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&lt;/BrowserRouter&gt;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Rotas Dinâmicas e Navegação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:id na rota captura parâmetros da URL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useParams() acessa os parâmetros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useNavigate() navega programaticamente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&lt;Route path="/produto/:id" element={&lt;Produto /&gt;} /&gt;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function Produto() {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const { id } = useParams();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return &lt;h1&gt;Produto {id}&lt;/h1&gt;;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function Login() {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const navigate = useNavigate();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  navigate("/dashboard");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Slides 7-8: SPAs, Rotas e Navegação | Programação Web 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
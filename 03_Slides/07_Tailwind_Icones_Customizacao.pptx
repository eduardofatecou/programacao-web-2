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Tailwind CSS e Customização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Tailwind CSS: abordagem utilitária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Classes atômicas vs. componentes prontos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Sistema de design: cores, espaçamentos, tipografia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Customização via tailwind.config.js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Ícones com React Icons e Bootstrap Icons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Exemplo Tailwind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&lt;div class="grid grid-cols-1 md:grid-cols-3 gap-4 p-4"&gt;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&lt;div class="bg-blue-500 text-white p-6 rounded-lg shadow"&gt;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&lt;h2 class="text-xl font-bold"&gt;Card 1&lt;/h2&gt;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&lt;p&gt;Conteúdo do card&lt;/p&gt;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/* Equivalente Bootstrap */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&lt;div class="row"&gt;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&lt;div class="col-12 col-md-4"&gt;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&lt;div class="card bg-primary text-white p-4"&gt;...&lt;/div&gt;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&lt;/div&gt;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&lt;/div&gt;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Ícones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Bootstrap Icons: biblioteca gratuita de ícones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React Icons: integração nativa com React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Heroicons: ícones SVG para Tailwind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// React Icons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import { FaHeart, FaStar } from "react-icons/fa";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&lt;FaHeart color="red" /&gt;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&lt;!-- Bootstrap Icons --&gt;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&lt;i class="bi bi-heart-fill"&gt;&lt;/i&gt;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Customização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Bootstrap: variáveis CSS --bs-*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Tailwind: tailwind.config.js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Temas claro/escuro com variáveis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13-14: Tailwind e Customização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
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Frameworks CSS - Bootstrap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O que são frameworks CSS?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Sistema de grade responsivo (12 colunas)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Componentes prontos: navbar, cards, forms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Responsividade com breakpoints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Instalação e configuração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Sistema de Grade Bootstrap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container &gt; row &gt; col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12 colunas por linha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Breakpoints: sm, md, lg, xl, xxl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&lt;div class="container"&gt;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&lt;div class="row"&gt;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&lt;div class="col-12 col-md-4"&gt;Coluna 1&lt;/div&gt;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&lt;div class="col-12 col-md-4"&gt;Coluna 2&lt;/div&gt;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&lt;div class="col-12 col-md-4"&gt;Coluna 3&lt;/div&gt;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&lt;/div&gt;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Componentes Bootstrap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Navbar: navegação responsiva com menu collapsible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Card: container de conteúdo com título, texto e ações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Forms: inputs estilizados com validação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Tables: tabelas com classe table-striped e table-hover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Buttons: botões com variações de cor e tamanho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Exemplo: Navbar +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&lt;nav class="navbar navbar-expand-lg navbar-dark bg-dark"&gt;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&lt;div class="container"&gt;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&lt;a class="navbar-brand" href="#"&gt;Logo&lt;/a&gt;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&lt;/nav&gt;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&lt;div class="card" style="width: 18rem;"&gt;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&lt;div class="card-body"&gt;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&lt;h5 class="card-title"&gt;Título&lt;/h5&gt;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&lt;p class="card-text"&gt;Descrição.&lt;/p&gt;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&lt;a href="#" class="btn btn-primary"&gt;Saiba mais&lt;/a&gt;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&lt;/div&gt;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11-12: Bootstrap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
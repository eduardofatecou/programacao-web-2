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Testes Unitários e de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Por que testar?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Jest: framework de testes JavaScript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React Testing Library: testes de componentes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Testes de interface com Cypress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Padrão AAA: Arrange, Act, Assert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Testes Unitários com Jest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Testam funções e comportamentos isolados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describe: agrupa testes relacionados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test/it: define um caso de teste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expect + matchers: verificam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test("soma deve retornar 5",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expect(somar(2, 3)).toBe(5);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describe("Função ehPar",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test("pares",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expect(ehPar(2)).toBe(true);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Testes de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import { render, screen, fireEvent } from "@testing-library/react";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test("deve renderizar saudação",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render(&lt;Saudacao nome="Maria" /&gt;);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expect(screen.getByText("Olá, Maria!")).toBeInTheDocument();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test("deve incrementar ao clicar",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render(&lt;Contador /&gt;);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fireEvent.click(screen.getByText("+"));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expect(screen.getByText("Valor: 1")).toBeInTheDocument();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Testes de Interface com Cypress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Testes end-to-end simulam o usuário real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cy.visit(), cy.get(), cy.contains()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Intercepta requisições de API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Interface gráfica para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describe("Login",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it("deve logar com sucesso",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cy.visit("/login");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cy.get("[data-testid=email]").type("user@test.com");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cy.get("[data-testid=senha]").type("123");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cy.get("[data-testid=submit]").click();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cy.url().should("include", "/dashboard");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15-16: Testes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
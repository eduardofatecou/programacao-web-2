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Builds e Releases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Programação Web II | ETEC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O que é o processo de build?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Transpilação, minificação, tree shaking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Vite: build otimizado para produção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CI/CD com GitHub Actions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Deploy em plataformas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Build com Vite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npm run build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Resultado: pasta dist/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index.html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assets/index-abc123.js   (minificado)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assets/index-xyz456.css  (minificado)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GitHub Actions -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name: CI/CD Pipeline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on: [push]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jobs: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build: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runs-on: ubuntu-latest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steps: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  - uses: actions/checkout@v3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  - run: npm ci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  - run: npm test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  - run: npm run 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Plataformas de 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Vercel: deploy automático via GitHub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Netlify: suporte a funções serverless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GitHub Pages: gratuito para projetos estáticos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Firebase Hosting: integração Google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Slides 17-18: Builds e Releases | Programação Web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
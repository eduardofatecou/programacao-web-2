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Controle de Versão com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Programação Web II | ETEC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O que é controle de versão?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Git: sistema distribuído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Comandos fundamentais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Branches e merge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GitHub: hospedagem e colaboração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Boas práticas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Comandos Fundamentais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git init                    # Inicia repositório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git add .                   # Adiciona à staging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git commit -m "mensagem"    # Cria commit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git log --oneline           # Histórico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git branch                  # Lista branches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git checkout -b feature-x   # Cria branch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git merge feature-x         # Faz merge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git push origin main        # Envia remoto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git pull origin main        # Atualiza local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Fluxo de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main: branch principal (produção)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develop: branch de desenvolvimento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feature/*: branches para funcionalidades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Pull Requests: code review antes do merge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Commits atômicos e mensagens descritivas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Boas Práticas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Commits pequenos e frequentes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Mensagens claras no imperativo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Nunca commitar .env ou node_modules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.gitignore bem configurado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Sempre fazer pull antes de push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Resolver conflitos localmente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Slides 19-20: Controle de Versão | Programação Web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